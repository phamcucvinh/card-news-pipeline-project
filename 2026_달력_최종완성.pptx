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5458" y="1855440"/>
            <a:ext cx="4276793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6000"/>
              </a:lnSpc>
              <a:spcAft>
                <a:spcPts val="1500"/>
              </a:spcAft>
              <a:buNone/>
            </a:pPr>
            <a:r>
              <a:rPr lang="en-US" sz="6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달력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3447157" y="2807940"/>
            <a:ext cx="2294680" cy="479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27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Calendar 2026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 2025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4350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28937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43925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10.12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679079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93666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108653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10.13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843808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58394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273382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10.14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008537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23123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38111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10.15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173266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87852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02840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10.16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337995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52581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67569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10.17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932447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10.18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43925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10.19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2108653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10.20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09815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273382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10.21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481072" y="1958429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438111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10.22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639273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02840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10.23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04002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767569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10.24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968880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7932447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10.25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80358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943925" y="281344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10.26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145087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2108653" y="281344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10.27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309815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3273382" y="281344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10.28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438111" y="281344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10.29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5602840" y="281344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10.30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6801270" y="2813447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7966147" y="2813447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977625" y="3409504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2142354" y="3409504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3307083" y="3409504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4471812" y="3409504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5636541" y="3409504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6801270" y="3409504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7966147" y="3409504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947871" y="400556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11.10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2116547" y="4005560"/>
            <a:ext cx="2516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11.11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2843808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3309815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3277329" y="400556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11.12</a:t>
            </a:r>
            <a:endParaRPr lang="en-US" sz="82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08537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23123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42058" y="1621334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11.13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173266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87852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06787" y="1621334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11.14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337995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52581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71516" y="1621334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11.15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36394" y="1621334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11.16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47871" y="221739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11.17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112600" y="221739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11.18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58394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277329" y="221739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11.19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23123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442058" y="221739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11.20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87852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606787" y="221739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11.21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804002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771516" y="221739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11.22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975408" y="1958429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936394" y="221739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11.23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80358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947871" y="2813447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11.24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2145087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2112600" y="2813447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11.25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309815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3277329" y="2813447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11.26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4442058" y="2813447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11.27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5606787" y="2813447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11.28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6771516" y="2813447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11.29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7936394" y="2813447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11.30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973528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2138257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3302986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12.3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4467715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12.4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5632444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12.5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6797172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12.6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7962050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12.7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973528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12.8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2138257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12.9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2843808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3309815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3273382" y="400556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12.10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4008537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4474544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4442058" y="400556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12.11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5173266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5639273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5602840" y="400556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12.12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6337995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6804002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6767569" y="400556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12.13</a:t>
            </a:r>
            <a:endParaRPr lang="en-US" sz="8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32447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12.14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43925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12.15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108653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12.16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58394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273382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12.17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23123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38111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12.18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87852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02840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12.19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2581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767569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12.20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017459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932447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12.21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28937" y="2554486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43925" y="281344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12.22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145087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108653" y="281344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12.23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16343" y="2554486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3273382" y="281344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12.24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438111" y="281344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12.25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602840" y="281344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12.26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767569" y="281344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12.27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7932447" y="281344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12.28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943925" y="340950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12.29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2168011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3332739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4497468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5662197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6826926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7991804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1003282" y="400556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2168011" y="400556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1.8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2843808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3309815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3332739" y="400556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4008537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4474544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4467715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1.10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5173266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5639273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5636541" y="4005560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6337995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6804002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6797172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</a:t>
            </a:r>
            <a:endParaRPr lang="en-US" sz="82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62050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1.13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73528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1.14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138257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1.15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58394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302986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1.16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23123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67715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1.17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87852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32444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1.18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2581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797172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1.19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017459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962050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1.20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28937" y="2554486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73528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1.21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145087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138257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1.22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16343" y="2554486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3302986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1.23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467715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1.24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632444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1.25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797172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1.26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7962050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1.27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973528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1.28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2138257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1.29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3302986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1.30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4497468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5662197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6826926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2.3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7991804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2.4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1003282" y="400556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2.5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2168011" y="400556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2.6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2843808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3309815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3332739" y="400556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2.7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4008537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4474544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4497468" y="400556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2.8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5173266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5639273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5662197" y="400556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2.9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6337995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6804002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6797172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2.10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7502723" y="367039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7968880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7966147" y="4005560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2.11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514350" y="426645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980358" y="434265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973528" y="460161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2.12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1679079" y="426645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2145087" y="434265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2138257" y="460161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2.13</a:t>
            </a:r>
            <a:endParaRPr lang="en-US" sz="82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43808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58394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02986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2.14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008537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23123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67715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2.15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173266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87852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32444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2.16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337995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52581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797172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2.17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62050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2.18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73528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2.19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138257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2.20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358394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302986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2.21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23123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467715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2.22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39273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632444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2.23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10530" y="1958429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797172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2.24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968880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962050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2.25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80358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73528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2.26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145087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2138257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2.27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309815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3302986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2.28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4467715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2.29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5662197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6826926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7991804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1003282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3.4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2168011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3.5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3332739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3.6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4497468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3.7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5662197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3.8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6826926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3.9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7962050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3.10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977625" y="4005560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3.11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2138257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3.12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2843808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3309815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3302986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3.13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4008537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4474544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4467715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3.14</a:t>
            </a:r>
            <a:endParaRPr lang="en-US" sz="82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73266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687852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632444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3.15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6337995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852581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797172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3.16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962050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3.17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73528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3.18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2138257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3.19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358394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3302986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3.20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523123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4467715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3.21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687852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5632444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3.22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852581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797172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3.23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968880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962050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3.24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986885" y="2554486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973528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3.25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2145087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2138257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3.26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3309815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3302986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3.27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4467715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3.28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5632444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3.29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6797172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3.30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7991804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1003282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2168011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4.3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3332739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4.4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4497468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5662197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4.6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6826926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4.7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7991804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1003282" y="400556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4.9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2138257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4.10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2843808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3309815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3307083" y="4005560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4.11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4008537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4474544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4467715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4.12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5173266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5639273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5632444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4.13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6337995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6804002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6797172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4.14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7502723" y="367039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7968880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7962050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4.15</a:t>
            </a:r>
            <a:endParaRPr lang="en-US" sz="8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14350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1028937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973528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4.16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1679079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193666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2138257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4.17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2843808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58394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3302986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4.18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4008537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523123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467715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4.19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173266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687852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5632444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4.20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6337995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852581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797172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4.21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7962050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4.22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973528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4.23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2138257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4.24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3309815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3302986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4.25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4481072" y="1958429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4467715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4.26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5639273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5632444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4.27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6804002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6797172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4.28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7968880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7962050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4.29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980358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1003282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2145087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2168011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3309815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3332739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4497468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5.4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5662197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5.5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6826926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5.6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7991804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5.7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1003282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5.8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2168011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5.9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3302986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5.10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4471812" y="3409504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5.11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5632444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5.12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6797172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5.13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7962050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5.14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973528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5.15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2138257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5.16</a:t>
            </a:r>
            <a:endParaRPr lang="en-US" sz="8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2843808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58394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302986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5.17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4008537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523123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467715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5.18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173266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687852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632444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5.19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6337995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852581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797172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5.20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7962050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5.21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973528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5.22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2138257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5.23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3358394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3302986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5.24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4523123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4467715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5.25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5639273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5632444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5.26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6810530" y="1958429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6797172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5.27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7968880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7962050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5.28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980358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973528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5.29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145087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2168011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309815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3332739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4497468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5662197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6.4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6826926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6.5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7991804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6.6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1003282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2168011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6.8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3332739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4467715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6.10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5636541" y="3409504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6.11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6797172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6.12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7962050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6.13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973528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6.14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2138257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6.15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2843808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3309815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3302986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6.16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4008537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4474544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4467715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6.17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5173266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5639273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5632444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6.18</a:t>
            </a:r>
            <a:endParaRPr lang="en-US" sz="8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337995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2581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797172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6.19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62050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6.20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73528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6.21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2138257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6.22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358394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3302986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6.23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523123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467715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6.24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687852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5632444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6.25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6852581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797172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6.26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8017459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962050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6.27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980358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973528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6.28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2151614" y="2554486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2138257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6.29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3309815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3302986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6.30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4497468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5662197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6826926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7.3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7991804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7.4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003282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7.5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2168011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7.6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3332739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4497468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7.8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5662197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6797172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7.10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7966147" y="3409504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7.11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973528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7.12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2138257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7.13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2843808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3309815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3302986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7.14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4008537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4474544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4467715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7.15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5173266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5639273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5632444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7.16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6337995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6804002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6797172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7.17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7502723" y="367039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7968880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7962050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7.18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514350" y="426645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980358" y="434265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973528" y="460161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7.19</a:t>
            </a:r>
            <a:endParaRPr lang="en-US" sz="8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79079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93666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138257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7.20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843808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58394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302986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7.21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008537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23123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67715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7.22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173266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87852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32444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7.23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337995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52581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97172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7.24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62050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7.25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73528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7.26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138257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7.27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58394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302986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7.28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74544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467715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7.29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645801" y="1958429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662197" y="221739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804002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826926" y="221739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968880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991804" y="221739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980358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1003282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8.4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145087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2168011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8.5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309815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3332739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8.6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4497468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8.7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5662197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8.8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6826926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8.9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7962050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8.10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977625" y="3409504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8.11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2138257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8.12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3302986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8.13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4467715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8.14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5632444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8.15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6797172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8.16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7962050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8.17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973528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8.18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2138257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8.19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2843808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3309815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3302986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8.20</a:t>
            </a:r>
            <a:endParaRPr lang="en-US" sz="8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008537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523123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467715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8.21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173266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687852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632444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8.22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6337995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52581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6797172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8.23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7962050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8.24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973528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8.25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2138257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8.26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358394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3302986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8.27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523123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4467715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8.28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5687852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5632444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8.29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6804002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6797172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8.30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7975408" y="1958429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7991804" y="2217390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980358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003282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2145087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2168011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9.3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3309815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3332739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9.4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4497468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9.5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5662197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9.6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6826926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9.7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7991804" y="2813447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9.8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1003282" y="3409504"/>
            <a:ext cx="148617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9.9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2138257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9.10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3307083" y="3409504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9.11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4467715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9.12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5632444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9.13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6797172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9.14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7962050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9.15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973528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9.16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2138257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9.17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2843808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3309815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3302986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9.18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4008537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4474544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4467715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9.19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5173266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5639273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5632444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9.20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6337995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6804002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6797172" y="400556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9.21</a:t>
            </a:r>
            <a:endParaRPr lang="en-US" sz="8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7962050" y="162133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9.22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973528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9.23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2138257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9.24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3358394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302986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9.25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523123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4467715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9.26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5687852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632444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9.27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6852581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6797172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9.28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8017459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7962050" y="2217390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9.29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1028937" y="2554486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973528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2145087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2138257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3316343" y="2554486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3302986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4467715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10.4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5632444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10.5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6797172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10.6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7962050" y="2813447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10.7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973528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10.8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2138257" y="3409504"/>
            <a:ext cx="208124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10.9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3273382" y="340950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10.10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4442058" y="3409504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10.11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5602840" y="340950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10.12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6767569" y="340950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10.13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7932447" y="340950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10.14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943925" y="400556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10.15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2108653" y="400556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10.16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2843808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3309815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3273382" y="400556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10.17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4008537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4474544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4438111" y="400556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10.18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5173266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5639273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5602840" y="400556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10.19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6337995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6804002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6767569" y="400556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10.20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7502723" y="367039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7968880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7932447" y="400556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10.21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514350" y="426645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980358" y="434265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943925" y="4601617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10.22</a:t>
            </a:r>
            <a:endParaRPr lang="en-US" sz="82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478310" y="333375"/>
            <a:ext cx="4187381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333"/>
              </a:lnSpc>
              <a:spcAft>
                <a:spcPts val="1350"/>
              </a:spcAft>
              <a:buNone/>
            </a:pPr>
            <a:r>
              <a:rPr lang="en-US" sz="30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12월 2026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3084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667813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월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832542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화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997270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161999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6326728" y="966192"/>
            <a:ext cx="1149161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금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491454" y="966192"/>
            <a:ext cx="1149465" cy="281880"/>
          </a:xfrm>
          <a:prstGeom prst="rect">
            <a:avLst/>
          </a:prstGeom>
          <a:noFill/>
          <a:ln/>
        </p:spPr>
        <p:txBody>
          <a:bodyPr wrap="square" lIns="47625" tIns="47625" rIns="47625" bIns="47625" rtlCol="0" anchor="t"/>
          <a:lstStyle/>
          <a:p>
            <a:pPr algn="ctr" indent="0" marL="0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토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79079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193666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108653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10.23</a:t>
            </a:r>
            <a:endParaRPr lang="en-US" sz="825" dirty="0"/>
          </a:p>
        </p:txBody>
      </p:sp>
      <p:sp>
        <p:nvSpPr>
          <p:cNvPr id="13" name="Text 11"/>
          <p:cNvSpPr/>
          <p:nvPr/>
        </p:nvSpPr>
        <p:spPr>
          <a:xfrm>
            <a:off x="2843808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358394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273382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10.24</a:t>
            </a:r>
            <a:endParaRPr lang="en-US" sz="825" dirty="0"/>
          </a:p>
        </p:txBody>
      </p:sp>
      <p:sp>
        <p:nvSpPr>
          <p:cNvPr id="16" name="Text 14"/>
          <p:cNvSpPr/>
          <p:nvPr/>
        </p:nvSpPr>
        <p:spPr>
          <a:xfrm>
            <a:off x="4008537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523123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438111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10.25</a:t>
            </a:r>
            <a:endParaRPr lang="en-US" sz="825" dirty="0"/>
          </a:p>
        </p:txBody>
      </p:sp>
      <p:sp>
        <p:nvSpPr>
          <p:cNvPr id="19" name="Text 17"/>
          <p:cNvSpPr/>
          <p:nvPr/>
        </p:nvSpPr>
        <p:spPr>
          <a:xfrm>
            <a:off x="5173266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687852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602840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10.26</a:t>
            </a:r>
            <a:endParaRPr lang="en-US" sz="825" dirty="0"/>
          </a:p>
        </p:txBody>
      </p:sp>
      <p:sp>
        <p:nvSpPr>
          <p:cNvPr id="22" name="Text 20"/>
          <p:cNvSpPr/>
          <p:nvPr/>
        </p:nvSpPr>
        <p:spPr>
          <a:xfrm>
            <a:off x="6337995" y="128617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6852581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767569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10.27</a:t>
            </a:r>
            <a:endParaRPr lang="en-US" sz="825" dirty="0"/>
          </a:p>
        </p:txBody>
      </p:sp>
      <p:sp>
        <p:nvSpPr>
          <p:cNvPr id="25" name="Text 23"/>
          <p:cNvSpPr/>
          <p:nvPr/>
        </p:nvSpPr>
        <p:spPr>
          <a:xfrm>
            <a:off x="7502723" y="128617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8017459" y="1362373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7932447" y="1621334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10.28</a:t>
            </a:r>
            <a:endParaRPr lang="en-US" sz="825" dirty="0"/>
          </a:p>
        </p:txBody>
      </p:sp>
      <p:sp>
        <p:nvSpPr>
          <p:cNvPr id="28" name="Text 26"/>
          <p:cNvSpPr/>
          <p:nvPr/>
        </p:nvSpPr>
        <p:spPr>
          <a:xfrm>
            <a:off x="514350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1028937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30" name="Text 28"/>
          <p:cNvSpPr/>
          <p:nvPr/>
        </p:nvSpPr>
        <p:spPr>
          <a:xfrm>
            <a:off x="943925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10.29</a:t>
            </a:r>
            <a:endParaRPr lang="en-US" sz="825" dirty="0"/>
          </a:p>
        </p:txBody>
      </p:sp>
      <p:sp>
        <p:nvSpPr>
          <p:cNvPr id="31" name="Text 29"/>
          <p:cNvSpPr/>
          <p:nvPr/>
        </p:nvSpPr>
        <p:spPr>
          <a:xfrm>
            <a:off x="1679079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2193666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2108653" y="2217390"/>
            <a:ext cx="267480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10.30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2843808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3358394" y="1958429"/>
            <a:ext cx="97307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3307083" y="2217390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4008537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4474544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4471812" y="2217390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</a:t>
            </a:r>
            <a:endParaRPr lang="en-US" sz="825" dirty="0"/>
          </a:p>
        </p:txBody>
      </p:sp>
      <p:sp>
        <p:nvSpPr>
          <p:cNvPr id="40" name="Text 38"/>
          <p:cNvSpPr/>
          <p:nvPr/>
        </p:nvSpPr>
        <p:spPr>
          <a:xfrm>
            <a:off x="5173266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1" name="Text 39"/>
          <p:cNvSpPr/>
          <p:nvPr/>
        </p:nvSpPr>
        <p:spPr>
          <a:xfrm>
            <a:off x="5645801" y="1958429"/>
            <a:ext cx="181558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5636541" y="2217390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11.3</a:t>
            </a:r>
            <a:endParaRPr lang="en-US" sz="825" dirty="0"/>
          </a:p>
        </p:txBody>
      </p:sp>
      <p:sp>
        <p:nvSpPr>
          <p:cNvPr id="43" name="Text 41"/>
          <p:cNvSpPr/>
          <p:nvPr/>
        </p:nvSpPr>
        <p:spPr>
          <a:xfrm>
            <a:off x="6337995" y="188222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4" name="Text 42"/>
          <p:cNvSpPr/>
          <p:nvPr/>
        </p:nvSpPr>
        <p:spPr>
          <a:xfrm>
            <a:off x="6804002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6801270" y="2217390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11.4</a:t>
            </a:r>
            <a:endParaRPr lang="en-US" sz="825" dirty="0"/>
          </a:p>
        </p:txBody>
      </p:sp>
      <p:sp>
        <p:nvSpPr>
          <p:cNvPr id="46" name="Text 44"/>
          <p:cNvSpPr/>
          <p:nvPr/>
        </p:nvSpPr>
        <p:spPr>
          <a:xfrm>
            <a:off x="7502723" y="1882229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7" name="Text 45"/>
          <p:cNvSpPr/>
          <p:nvPr/>
        </p:nvSpPr>
        <p:spPr>
          <a:xfrm>
            <a:off x="7968880" y="195842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350" dirty="0"/>
          </a:p>
        </p:txBody>
      </p:sp>
      <p:sp>
        <p:nvSpPr>
          <p:cNvPr id="48" name="Text 46"/>
          <p:cNvSpPr/>
          <p:nvPr/>
        </p:nvSpPr>
        <p:spPr>
          <a:xfrm>
            <a:off x="7966147" y="2217390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11.5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514350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980358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977625" y="2813447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11.6</a:t>
            </a:r>
            <a:endParaRPr lang="en-US" sz="825" dirty="0"/>
          </a:p>
        </p:txBody>
      </p:sp>
      <p:sp>
        <p:nvSpPr>
          <p:cNvPr id="52" name="Text 50"/>
          <p:cNvSpPr/>
          <p:nvPr/>
        </p:nvSpPr>
        <p:spPr>
          <a:xfrm>
            <a:off x="1679079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2145087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2142354" y="2813447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11.7</a:t>
            </a:r>
            <a:endParaRPr lang="en-US" sz="825" dirty="0"/>
          </a:p>
        </p:txBody>
      </p:sp>
      <p:sp>
        <p:nvSpPr>
          <p:cNvPr id="55" name="Text 53"/>
          <p:cNvSpPr/>
          <p:nvPr/>
        </p:nvSpPr>
        <p:spPr>
          <a:xfrm>
            <a:off x="2843808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3309815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350" dirty="0"/>
          </a:p>
        </p:txBody>
      </p:sp>
      <p:sp>
        <p:nvSpPr>
          <p:cNvPr id="57" name="Text 55"/>
          <p:cNvSpPr/>
          <p:nvPr/>
        </p:nvSpPr>
        <p:spPr>
          <a:xfrm>
            <a:off x="3307083" y="2813447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11.8</a:t>
            </a:r>
            <a:endParaRPr lang="en-US" sz="825" dirty="0"/>
          </a:p>
        </p:txBody>
      </p:sp>
      <p:sp>
        <p:nvSpPr>
          <p:cNvPr id="58" name="Text 56"/>
          <p:cNvSpPr/>
          <p:nvPr/>
        </p:nvSpPr>
        <p:spPr>
          <a:xfrm>
            <a:off x="4008537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9" name="Text 57"/>
          <p:cNvSpPr/>
          <p:nvPr/>
        </p:nvSpPr>
        <p:spPr>
          <a:xfrm>
            <a:off x="4474544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4471812" y="2813447"/>
            <a:ext cx="200079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11.9</a:t>
            </a:r>
            <a:endParaRPr lang="en-US" sz="825" dirty="0"/>
          </a:p>
        </p:txBody>
      </p:sp>
      <p:sp>
        <p:nvSpPr>
          <p:cNvPr id="61" name="Text 59"/>
          <p:cNvSpPr/>
          <p:nvPr/>
        </p:nvSpPr>
        <p:spPr>
          <a:xfrm>
            <a:off x="5173266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2" name="Text 60"/>
          <p:cNvSpPr/>
          <p:nvPr/>
        </p:nvSpPr>
        <p:spPr>
          <a:xfrm>
            <a:off x="5639273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5606787" y="2813447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11.10</a:t>
            </a:r>
            <a:endParaRPr lang="en-US" sz="825" dirty="0"/>
          </a:p>
        </p:txBody>
      </p:sp>
      <p:sp>
        <p:nvSpPr>
          <p:cNvPr id="64" name="Text 62"/>
          <p:cNvSpPr/>
          <p:nvPr/>
        </p:nvSpPr>
        <p:spPr>
          <a:xfrm>
            <a:off x="6337995" y="2478286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5" name="Text 63"/>
          <p:cNvSpPr/>
          <p:nvPr/>
        </p:nvSpPr>
        <p:spPr>
          <a:xfrm>
            <a:off x="6804002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350" dirty="0"/>
          </a:p>
        </p:txBody>
      </p:sp>
      <p:sp>
        <p:nvSpPr>
          <p:cNvPr id="66" name="Text 64"/>
          <p:cNvSpPr/>
          <p:nvPr/>
        </p:nvSpPr>
        <p:spPr>
          <a:xfrm>
            <a:off x="6775463" y="2813447"/>
            <a:ext cx="251692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11.11</a:t>
            </a:r>
            <a:endParaRPr lang="en-US" sz="825" dirty="0"/>
          </a:p>
        </p:txBody>
      </p:sp>
      <p:sp>
        <p:nvSpPr>
          <p:cNvPr id="67" name="Text 65"/>
          <p:cNvSpPr/>
          <p:nvPr/>
        </p:nvSpPr>
        <p:spPr>
          <a:xfrm>
            <a:off x="7502723" y="2478286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8" name="Text 66"/>
          <p:cNvSpPr/>
          <p:nvPr/>
        </p:nvSpPr>
        <p:spPr>
          <a:xfrm>
            <a:off x="7968880" y="2554486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350" dirty="0"/>
          </a:p>
        </p:txBody>
      </p:sp>
      <p:sp>
        <p:nvSpPr>
          <p:cNvPr id="69" name="Text 67"/>
          <p:cNvSpPr/>
          <p:nvPr/>
        </p:nvSpPr>
        <p:spPr>
          <a:xfrm>
            <a:off x="7936394" y="2813447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11.12</a:t>
            </a:r>
            <a:endParaRPr lang="en-US" sz="825" dirty="0"/>
          </a:p>
        </p:txBody>
      </p:sp>
      <p:sp>
        <p:nvSpPr>
          <p:cNvPr id="70" name="Text 68"/>
          <p:cNvSpPr/>
          <p:nvPr/>
        </p:nvSpPr>
        <p:spPr>
          <a:xfrm>
            <a:off x="514350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1" name="Text 69"/>
          <p:cNvSpPr/>
          <p:nvPr/>
        </p:nvSpPr>
        <p:spPr>
          <a:xfrm>
            <a:off x="980358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350" dirty="0"/>
          </a:p>
        </p:txBody>
      </p:sp>
      <p:sp>
        <p:nvSpPr>
          <p:cNvPr id="72" name="Text 70"/>
          <p:cNvSpPr/>
          <p:nvPr/>
        </p:nvSpPr>
        <p:spPr>
          <a:xfrm>
            <a:off x="947871" y="3409504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11.13</a:t>
            </a:r>
            <a:endParaRPr lang="en-US" sz="825" dirty="0"/>
          </a:p>
        </p:txBody>
      </p:sp>
      <p:sp>
        <p:nvSpPr>
          <p:cNvPr id="73" name="Text 71"/>
          <p:cNvSpPr/>
          <p:nvPr/>
        </p:nvSpPr>
        <p:spPr>
          <a:xfrm>
            <a:off x="1679079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4" name="Text 72"/>
          <p:cNvSpPr/>
          <p:nvPr/>
        </p:nvSpPr>
        <p:spPr>
          <a:xfrm>
            <a:off x="2145087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350" dirty="0"/>
          </a:p>
        </p:txBody>
      </p:sp>
      <p:sp>
        <p:nvSpPr>
          <p:cNvPr id="75" name="Text 73"/>
          <p:cNvSpPr/>
          <p:nvPr/>
        </p:nvSpPr>
        <p:spPr>
          <a:xfrm>
            <a:off x="2112600" y="3409504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11.14</a:t>
            </a:r>
            <a:endParaRPr lang="en-US" sz="825" dirty="0"/>
          </a:p>
        </p:txBody>
      </p:sp>
      <p:sp>
        <p:nvSpPr>
          <p:cNvPr id="76" name="Text 74"/>
          <p:cNvSpPr/>
          <p:nvPr/>
        </p:nvSpPr>
        <p:spPr>
          <a:xfrm>
            <a:off x="2843808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7" name="Text 75"/>
          <p:cNvSpPr/>
          <p:nvPr/>
        </p:nvSpPr>
        <p:spPr>
          <a:xfrm>
            <a:off x="3309815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350" dirty="0"/>
          </a:p>
        </p:txBody>
      </p:sp>
      <p:sp>
        <p:nvSpPr>
          <p:cNvPr id="78" name="Text 76"/>
          <p:cNvSpPr/>
          <p:nvPr/>
        </p:nvSpPr>
        <p:spPr>
          <a:xfrm>
            <a:off x="3277329" y="3409504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11.15</a:t>
            </a:r>
            <a:endParaRPr lang="en-US" sz="825" dirty="0"/>
          </a:p>
        </p:txBody>
      </p:sp>
      <p:sp>
        <p:nvSpPr>
          <p:cNvPr id="79" name="Text 77"/>
          <p:cNvSpPr/>
          <p:nvPr/>
        </p:nvSpPr>
        <p:spPr>
          <a:xfrm>
            <a:off x="4008537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0" name="Text 78"/>
          <p:cNvSpPr/>
          <p:nvPr/>
        </p:nvSpPr>
        <p:spPr>
          <a:xfrm>
            <a:off x="4474544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350" dirty="0"/>
          </a:p>
        </p:txBody>
      </p:sp>
      <p:sp>
        <p:nvSpPr>
          <p:cNvPr id="81" name="Text 79"/>
          <p:cNvSpPr/>
          <p:nvPr/>
        </p:nvSpPr>
        <p:spPr>
          <a:xfrm>
            <a:off x="4442058" y="3409504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11.16</a:t>
            </a:r>
            <a:endParaRPr lang="en-US" sz="825" dirty="0"/>
          </a:p>
        </p:txBody>
      </p:sp>
      <p:sp>
        <p:nvSpPr>
          <p:cNvPr id="82" name="Text 80"/>
          <p:cNvSpPr/>
          <p:nvPr/>
        </p:nvSpPr>
        <p:spPr>
          <a:xfrm>
            <a:off x="5173266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EF2F2"/>
          </a:solidFill>
          <a:ln w="19050">
            <a:solidFill>
              <a:srgbClr val="FCA5A5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3" name="Text 81"/>
          <p:cNvSpPr/>
          <p:nvPr/>
        </p:nvSpPr>
        <p:spPr>
          <a:xfrm>
            <a:off x="5639273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350" dirty="0"/>
          </a:p>
        </p:txBody>
      </p:sp>
      <p:sp>
        <p:nvSpPr>
          <p:cNvPr id="84" name="Text 82"/>
          <p:cNvSpPr/>
          <p:nvPr/>
        </p:nvSpPr>
        <p:spPr>
          <a:xfrm>
            <a:off x="5606787" y="3409504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11.17</a:t>
            </a:r>
            <a:endParaRPr lang="en-US" sz="825" dirty="0"/>
          </a:p>
        </p:txBody>
      </p:sp>
      <p:sp>
        <p:nvSpPr>
          <p:cNvPr id="85" name="Text 83"/>
          <p:cNvSpPr/>
          <p:nvPr/>
        </p:nvSpPr>
        <p:spPr>
          <a:xfrm>
            <a:off x="6337995" y="3074343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6" name="Text 84"/>
          <p:cNvSpPr/>
          <p:nvPr/>
        </p:nvSpPr>
        <p:spPr>
          <a:xfrm>
            <a:off x="6804002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350" dirty="0"/>
          </a:p>
        </p:txBody>
      </p:sp>
      <p:sp>
        <p:nvSpPr>
          <p:cNvPr id="87" name="Text 85"/>
          <p:cNvSpPr/>
          <p:nvPr/>
        </p:nvSpPr>
        <p:spPr>
          <a:xfrm>
            <a:off x="6771516" y="3409504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11.18</a:t>
            </a:r>
            <a:endParaRPr lang="en-US" sz="825" dirty="0"/>
          </a:p>
        </p:txBody>
      </p:sp>
      <p:sp>
        <p:nvSpPr>
          <p:cNvPr id="88" name="Text 86"/>
          <p:cNvSpPr/>
          <p:nvPr/>
        </p:nvSpPr>
        <p:spPr>
          <a:xfrm>
            <a:off x="7502723" y="3074343"/>
            <a:ext cx="1126927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9" name="Text 87"/>
          <p:cNvSpPr/>
          <p:nvPr/>
        </p:nvSpPr>
        <p:spPr>
          <a:xfrm>
            <a:off x="7968880" y="3150543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350" dirty="0"/>
          </a:p>
        </p:txBody>
      </p:sp>
      <p:sp>
        <p:nvSpPr>
          <p:cNvPr id="90" name="Text 88"/>
          <p:cNvSpPr/>
          <p:nvPr/>
        </p:nvSpPr>
        <p:spPr>
          <a:xfrm>
            <a:off x="7936394" y="3409504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11.19</a:t>
            </a:r>
            <a:endParaRPr lang="en-US" sz="825" dirty="0"/>
          </a:p>
        </p:txBody>
      </p:sp>
      <p:sp>
        <p:nvSpPr>
          <p:cNvPr id="91" name="Text 89"/>
          <p:cNvSpPr/>
          <p:nvPr/>
        </p:nvSpPr>
        <p:spPr>
          <a:xfrm>
            <a:off x="514350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2" name="Text 90"/>
          <p:cNvSpPr/>
          <p:nvPr/>
        </p:nvSpPr>
        <p:spPr>
          <a:xfrm>
            <a:off x="980358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350" dirty="0"/>
          </a:p>
        </p:txBody>
      </p:sp>
      <p:sp>
        <p:nvSpPr>
          <p:cNvPr id="93" name="Text 91"/>
          <p:cNvSpPr/>
          <p:nvPr/>
        </p:nvSpPr>
        <p:spPr>
          <a:xfrm>
            <a:off x="947871" y="400556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11.20</a:t>
            </a:r>
            <a:endParaRPr lang="en-US" sz="825" dirty="0"/>
          </a:p>
        </p:txBody>
      </p:sp>
      <p:sp>
        <p:nvSpPr>
          <p:cNvPr id="94" name="Text 92"/>
          <p:cNvSpPr/>
          <p:nvPr/>
        </p:nvSpPr>
        <p:spPr>
          <a:xfrm>
            <a:off x="1679079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5" name="Text 93"/>
          <p:cNvSpPr/>
          <p:nvPr/>
        </p:nvSpPr>
        <p:spPr>
          <a:xfrm>
            <a:off x="2145087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350" dirty="0"/>
          </a:p>
        </p:txBody>
      </p:sp>
      <p:sp>
        <p:nvSpPr>
          <p:cNvPr id="96" name="Text 94"/>
          <p:cNvSpPr/>
          <p:nvPr/>
        </p:nvSpPr>
        <p:spPr>
          <a:xfrm>
            <a:off x="2112600" y="400556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11.21</a:t>
            </a:r>
            <a:endParaRPr lang="en-US" sz="825" dirty="0"/>
          </a:p>
        </p:txBody>
      </p:sp>
      <p:sp>
        <p:nvSpPr>
          <p:cNvPr id="97" name="Text 95"/>
          <p:cNvSpPr/>
          <p:nvPr/>
        </p:nvSpPr>
        <p:spPr>
          <a:xfrm>
            <a:off x="2843808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8" name="Text 96"/>
          <p:cNvSpPr/>
          <p:nvPr/>
        </p:nvSpPr>
        <p:spPr>
          <a:xfrm>
            <a:off x="3309815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350" dirty="0"/>
          </a:p>
        </p:txBody>
      </p:sp>
      <p:sp>
        <p:nvSpPr>
          <p:cNvPr id="99" name="Text 97"/>
          <p:cNvSpPr/>
          <p:nvPr/>
        </p:nvSpPr>
        <p:spPr>
          <a:xfrm>
            <a:off x="3277329" y="400556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11.22</a:t>
            </a:r>
            <a:endParaRPr lang="en-US" sz="825" dirty="0"/>
          </a:p>
        </p:txBody>
      </p:sp>
      <p:sp>
        <p:nvSpPr>
          <p:cNvPr id="100" name="Text 98"/>
          <p:cNvSpPr/>
          <p:nvPr/>
        </p:nvSpPr>
        <p:spPr>
          <a:xfrm>
            <a:off x="4008537" y="3670399"/>
            <a:ext cx="1126629" cy="557957"/>
          </a:xfrm>
          <a:prstGeom prst="roundRect">
            <a:avLst>
              <a:gd name="adj" fmla="val 10243"/>
            </a:avLst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1" name="Text 99"/>
          <p:cNvSpPr/>
          <p:nvPr/>
        </p:nvSpPr>
        <p:spPr>
          <a:xfrm>
            <a:off x="4474544" y="3746599"/>
            <a:ext cx="194614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890"/>
              </a:lnSpc>
              <a:spcAft>
                <a:spcPts val="150"/>
              </a:spcAft>
              <a:buNone/>
            </a:pPr>
            <a:r>
              <a:rPr lang="en-US" sz="135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350" dirty="0"/>
          </a:p>
        </p:txBody>
      </p:sp>
      <p:sp>
        <p:nvSpPr>
          <p:cNvPr id="102" name="Text 100"/>
          <p:cNvSpPr/>
          <p:nvPr/>
        </p:nvSpPr>
        <p:spPr>
          <a:xfrm>
            <a:off x="4442058" y="4005560"/>
            <a:ext cx="259586" cy="146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55"/>
              </a:lnSpc>
              <a:buNone/>
            </a:pPr>
            <a:r>
              <a:rPr lang="en-US" sz="825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11.23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달력</dc:title>
  <dc:subject>PptxGenJS Presentation</dc:subject>
  <dc:creator>Claude</dc:creator>
  <cp:lastModifiedBy>Claude</cp:lastModifiedBy>
  <cp:revision>1</cp:revision>
  <dcterms:created xsi:type="dcterms:W3CDTF">2025-12-08T03:35:26Z</dcterms:created>
  <dcterms:modified xsi:type="dcterms:W3CDTF">2025-12-08T03:35:26Z</dcterms:modified>
</cp:coreProperties>
</file>